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DCFB4-80EE-4931-B391-A352DF47E6F3}" v="43" dt="2026-09-26T03:57:42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Sainadh" userId="8017a9b975eeb4ec" providerId="LiveId" clId="{3B83980F-005C-4210-9929-EEFE4F2391C2}"/>
    <pc:docChg chg="custSel addSld modSld sldOrd">
      <pc:chgData name="Charan Sainadh" userId="8017a9b975eeb4ec" providerId="LiveId" clId="{3B83980F-005C-4210-9929-EEFE4F2391C2}" dt="2026-10-03T04:08:56.500" v="135" actId="14100"/>
      <pc:docMkLst>
        <pc:docMk/>
      </pc:docMkLst>
      <pc:sldChg chg="modSp mod modTransition">
        <pc:chgData name="Charan Sainadh" userId="8017a9b975eeb4ec" providerId="LiveId" clId="{3B83980F-005C-4210-9929-EEFE4F2391C2}" dt="2026-09-26T04:06:52.881" v="91" actId="20577"/>
        <pc:sldMkLst>
          <pc:docMk/>
          <pc:sldMk cId="0" sldId="256"/>
        </pc:sldMkLst>
        <pc:spChg chg="mod">
          <ac:chgData name="Charan Sainadh" userId="8017a9b975eeb4ec" providerId="LiveId" clId="{3B83980F-005C-4210-9929-EEFE4F2391C2}" dt="2026-09-25T11:22:05.331" v="0" actId="20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Charan Sainadh" userId="8017a9b975eeb4ec" providerId="LiveId" clId="{3B83980F-005C-4210-9929-EEFE4F2391C2}" dt="2026-09-25T11:22:12.606" v="1" actId="20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haran Sainadh" userId="8017a9b975eeb4ec" providerId="LiveId" clId="{3B83980F-005C-4210-9929-EEFE4F2391C2}" dt="2026-09-25T11:22:17.569" v="2" actId="20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aran Sainadh" userId="8017a9b975eeb4ec" providerId="LiveId" clId="{3B83980F-005C-4210-9929-EEFE4F2391C2}" dt="2026-09-25T11:22:24.142" v="3" actId="20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Charan Sainadh" userId="8017a9b975eeb4ec" providerId="LiveId" clId="{3B83980F-005C-4210-9929-EEFE4F2391C2}" dt="2026-09-26T04:06:52.881" v="91" actId="20577"/>
          <ac:spMkLst>
            <pc:docMk/>
            <pc:sldMk cId="0" sldId="256"/>
            <ac:spMk id="30" creationId="{00000000-0000-0000-0000-000000000000}"/>
          </ac:spMkLst>
        </pc:spChg>
        <pc:spChg chg="mod">
          <ac:chgData name="Charan Sainadh" userId="8017a9b975eeb4ec" providerId="LiveId" clId="{3B83980F-005C-4210-9929-EEFE4F2391C2}" dt="2026-09-25T11:22:47.332" v="6" actId="207"/>
          <ac:spMkLst>
            <pc:docMk/>
            <pc:sldMk cId="0" sldId="256"/>
            <ac:spMk id="32" creationId="{00000000-0000-0000-0000-000000000000}"/>
          </ac:spMkLst>
        </pc:spChg>
      </pc:sldChg>
      <pc:sldChg chg="modTransition">
        <pc:chgData name="Charan Sainadh" userId="8017a9b975eeb4ec" providerId="LiveId" clId="{3B83980F-005C-4210-9929-EEFE4F2391C2}" dt="2026-09-26T03:55:15.722" v="48"/>
        <pc:sldMkLst>
          <pc:docMk/>
          <pc:sldMk cId="0" sldId="257"/>
        </pc:sldMkLst>
      </pc:sldChg>
      <pc:sldChg chg="modTransition">
        <pc:chgData name="Charan Sainadh" userId="8017a9b975eeb4ec" providerId="LiveId" clId="{3B83980F-005C-4210-9929-EEFE4F2391C2}" dt="2026-09-26T03:55:24.193" v="49"/>
        <pc:sldMkLst>
          <pc:docMk/>
          <pc:sldMk cId="0" sldId="258"/>
        </pc:sldMkLst>
      </pc:sldChg>
      <pc:sldChg chg="modTransition">
        <pc:chgData name="Charan Sainadh" userId="8017a9b975eeb4ec" providerId="LiveId" clId="{3B83980F-005C-4210-9929-EEFE4F2391C2}" dt="2026-09-26T03:55:32.750" v="50"/>
        <pc:sldMkLst>
          <pc:docMk/>
          <pc:sldMk cId="0" sldId="259"/>
        </pc:sldMkLst>
      </pc:sldChg>
      <pc:sldChg chg="modTransition">
        <pc:chgData name="Charan Sainadh" userId="8017a9b975eeb4ec" providerId="LiveId" clId="{3B83980F-005C-4210-9929-EEFE4F2391C2}" dt="2026-09-26T03:55:39.692" v="51"/>
        <pc:sldMkLst>
          <pc:docMk/>
          <pc:sldMk cId="0" sldId="260"/>
        </pc:sldMkLst>
      </pc:sldChg>
      <pc:sldChg chg="modTransition">
        <pc:chgData name="Charan Sainadh" userId="8017a9b975eeb4ec" providerId="LiveId" clId="{3B83980F-005C-4210-9929-EEFE4F2391C2}" dt="2026-09-26T03:55:51.207" v="52"/>
        <pc:sldMkLst>
          <pc:docMk/>
          <pc:sldMk cId="0" sldId="261"/>
        </pc:sldMkLst>
      </pc:sldChg>
      <pc:sldChg chg="modTransition">
        <pc:chgData name="Charan Sainadh" userId="8017a9b975eeb4ec" providerId="LiveId" clId="{3B83980F-005C-4210-9929-EEFE4F2391C2}" dt="2026-09-26T03:56:00.557" v="53"/>
        <pc:sldMkLst>
          <pc:docMk/>
          <pc:sldMk cId="0" sldId="262"/>
        </pc:sldMkLst>
      </pc:sldChg>
      <pc:sldChg chg="modTransition">
        <pc:chgData name="Charan Sainadh" userId="8017a9b975eeb4ec" providerId="LiveId" clId="{3B83980F-005C-4210-9929-EEFE4F2391C2}" dt="2026-09-26T03:56:15.388" v="54"/>
        <pc:sldMkLst>
          <pc:docMk/>
          <pc:sldMk cId="0" sldId="263"/>
        </pc:sldMkLst>
      </pc:sldChg>
      <pc:sldChg chg="modTransition">
        <pc:chgData name="Charan Sainadh" userId="8017a9b975eeb4ec" providerId="LiveId" clId="{3B83980F-005C-4210-9929-EEFE4F2391C2}" dt="2026-09-26T03:56:24.812" v="55"/>
        <pc:sldMkLst>
          <pc:docMk/>
          <pc:sldMk cId="0" sldId="264"/>
        </pc:sldMkLst>
      </pc:sldChg>
      <pc:sldChg chg="modTransition">
        <pc:chgData name="Charan Sainadh" userId="8017a9b975eeb4ec" providerId="LiveId" clId="{3B83980F-005C-4210-9929-EEFE4F2391C2}" dt="2026-09-26T03:56:52.991" v="56"/>
        <pc:sldMkLst>
          <pc:docMk/>
          <pc:sldMk cId="0" sldId="265"/>
        </pc:sldMkLst>
      </pc:sldChg>
      <pc:sldChg chg="modSp mod modTransition">
        <pc:chgData name="Charan Sainadh" userId="8017a9b975eeb4ec" providerId="LiveId" clId="{3B83980F-005C-4210-9929-EEFE4F2391C2}" dt="2026-09-26T04:13:35.457" v="98" actId="20577"/>
        <pc:sldMkLst>
          <pc:docMk/>
          <pc:sldMk cId="0" sldId="266"/>
        </pc:sldMkLst>
        <pc:spChg chg="mod">
          <ac:chgData name="Charan Sainadh" userId="8017a9b975eeb4ec" providerId="LiveId" clId="{3B83980F-005C-4210-9929-EEFE4F2391C2}" dt="2026-09-26T04:13:35.457" v="98" actId="20577"/>
          <ac:spMkLst>
            <pc:docMk/>
            <pc:sldMk cId="0" sldId="266"/>
            <ac:spMk id="7" creationId="{00000000-0000-0000-0000-000000000000}"/>
          </ac:spMkLst>
        </pc:spChg>
      </pc:sldChg>
      <pc:sldChg chg="delSp modSp mod modTransition">
        <pc:chgData name="Charan Sainadh" userId="8017a9b975eeb4ec" providerId="LiveId" clId="{3B83980F-005C-4210-9929-EEFE4F2391C2}" dt="2026-09-26T03:57:11.910" v="58"/>
        <pc:sldMkLst>
          <pc:docMk/>
          <pc:sldMk cId="0" sldId="267"/>
        </pc:sldMkLst>
      </pc:sldChg>
      <pc:sldChg chg="modTransition">
        <pc:chgData name="Charan Sainadh" userId="8017a9b975eeb4ec" providerId="LiveId" clId="{3B83980F-005C-4210-9929-EEFE4F2391C2}" dt="2026-09-26T03:57:19.332" v="59"/>
        <pc:sldMkLst>
          <pc:docMk/>
          <pc:sldMk cId="0" sldId="268"/>
        </pc:sldMkLst>
      </pc:sldChg>
      <pc:sldChg chg="modTransition">
        <pc:chgData name="Charan Sainadh" userId="8017a9b975eeb4ec" providerId="LiveId" clId="{3B83980F-005C-4210-9929-EEFE4F2391C2}" dt="2026-09-26T03:57:26.125" v="60"/>
        <pc:sldMkLst>
          <pc:docMk/>
          <pc:sldMk cId="0" sldId="269"/>
        </pc:sldMkLst>
      </pc:sldChg>
      <pc:sldChg chg="modTransition">
        <pc:chgData name="Charan Sainadh" userId="8017a9b975eeb4ec" providerId="LiveId" clId="{3B83980F-005C-4210-9929-EEFE4F2391C2}" dt="2026-09-26T03:57:32.877" v="61"/>
        <pc:sldMkLst>
          <pc:docMk/>
          <pc:sldMk cId="0" sldId="270"/>
        </pc:sldMkLst>
      </pc:sldChg>
      <pc:sldChg chg="modTransition">
        <pc:chgData name="Charan Sainadh" userId="8017a9b975eeb4ec" providerId="LiveId" clId="{3B83980F-005C-4210-9929-EEFE4F2391C2}" dt="2026-09-26T03:57:42.005" v="62"/>
        <pc:sldMkLst>
          <pc:docMk/>
          <pc:sldMk cId="0" sldId="271"/>
        </pc:sldMkLst>
      </pc:sldChg>
      <pc:sldChg chg="addSp delSp modSp add mod ord">
        <pc:chgData name="Charan Sainadh" userId="8017a9b975eeb4ec" providerId="LiveId" clId="{3B83980F-005C-4210-9929-EEFE4F2391C2}" dt="2026-10-03T04:08:56.500" v="135" actId="14100"/>
        <pc:sldMkLst>
          <pc:docMk/>
          <pc:sldMk cId="2161069122" sldId="272"/>
        </pc:sldMkLst>
        <pc:picChg chg="add mod">
          <ac:chgData name="Charan Sainadh" userId="8017a9b975eeb4ec" providerId="LiveId" clId="{3B83980F-005C-4210-9929-EEFE4F2391C2}" dt="2026-10-03T04:08:56.500" v="135" actId="14100"/>
          <ac:picMkLst>
            <pc:docMk/>
            <pc:sldMk cId="2161069122" sldId="272"/>
            <ac:picMk id="3" creationId="{56766BA6-ECB9-AA25-F96D-8E508F8AA2A9}"/>
          </ac:picMkLst>
        </pc:picChg>
        <pc:picChg chg="add del mod">
          <ac:chgData name="Charan Sainadh" userId="8017a9b975eeb4ec" providerId="LiveId" clId="{3B83980F-005C-4210-9929-EEFE4F2391C2}" dt="2026-10-03T04:08:17.884" v="132" actId="478"/>
          <ac:picMkLst>
            <pc:docMk/>
            <pc:sldMk cId="2161069122" sldId="272"/>
            <ac:picMk id="9" creationId="{9812DC61-5499-8566-5CC1-28F3A6699D6B}"/>
          </ac:picMkLst>
        </pc:picChg>
      </pc:sldChg>
      <pc:sldChg chg="addSp delSp modSp add mod ord">
        <pc:chgData name="Charan Sainadh" userId="8017a9b975eeb4ec" providerId="LiveId" clId="{3B83980F-005C-4210-9929-EEFE4F2391C2}" dt="2026-09-26T04:22:58.068" v="127" actId="14100"/>
        <pc:sldMkLst>
          <pc:docMk/>
          <pc:sldMk cId="4272813340" sldId="273"/>
        </pc:sldMkLst>
        <pc:picChg chg="add mod">
          <ac:chgData name="Charan Sainadh" userId="8017a9b975eeb4ec" providerId="LiveId" clId="{3B83980F-005C-4210-9929-EEFE4F2391C2}" dt="2026-09-26T04:22:58.068" v="127" actId="14100"/>
          <ac:picMkLst>
            <pc:docMk/>
            <pc:sldMk cId="4272813340" sldId="273"/>
            <ac:picMk id="9" creationId="{4FA52FC6-6A30-E19C-084E-80364B1326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66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6D49-5172-1E04-D181-2A3B42AE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248A-E44F-023B-1C82-029158182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C757B-8FEE-E65F-EF7B-6476423C7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50ECF-D8C6-58E1-5E64-58114C52A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864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C834-A8E6-722C-0037-EE954497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2B73A-E8F6-936C-83A8-1167B50E4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370ED-F383-E79D-8E85-9056B6871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27900-B819-5558-9FE4-1C0626DF0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3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868680"/>
            <a:ext cx="5120640" cy="51206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508760"/>
            <a:ext cx="3840480" cy="384048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2560320"/>
            <a:ext cx="0" cy="86868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0" y="3429000"/>
            <a:ext cx="1463040" cy="178308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3429000"/>
            <a:ext cx="1463040" cy="178308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2788920"/>
            <a:ext cx="1280160" cy="1280160"/>
          </a:xfrm>
          <a:prstGeom prst="ellipse">
            <a:avLst/>
          </a:prstGeom>
          <a:solidFill>
            <a:srgbClr val="0FA3B1"/>
          </a:solidFill>
          <a:ln w="38100">
            <a:solidFill>
              <a:srgbClr val="0B1F3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08" y="3172968"/>
            <a:ext cx="512064" cy="512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235440" y="1280160"/>
            <a:ext cx="914400" cy="9144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15361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6112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50109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5715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0698480" y="4754880"/>
            <a:ext cx="914400" cy="9144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4512" y="501091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424160" y="5715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3152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SYSTEM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1417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</a:t>
            </a:r>
            <a:endParaRPr lang="en-US" sz="66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2560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food, straight to your door.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3429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2560320" y="3429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[P.Charan Sainadh , Ch.Yaswanth Sai , M.Yoga Bharath]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731520" y="3813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2560320" y="3813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[2500032280 , 2500030953 , 2500032646]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731520" y="4197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2560320" y="41970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- 63]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731520" y="4581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2560320" y="45811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 Frameworks and Web Development]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731520" y="4965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2536875" y="4965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LALITHA VANI SREE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731520" y="5349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2560320" y="53492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731520" y="57332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2560320" y="5733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34440"/>
            <a:ext cx="4206240" cy="42062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965960"/>
            <a:ext cx="2743200" cy="27432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34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 |   Proposed Solution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28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00200"/>
            <a:ext cx="8897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a convenient way to </a:t>
            </a: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local food stalls and menus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863072" y="1728216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454" y="1856598"/>
            <a:ext cx="237012" cy="2370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49631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624328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2496312"/>
            <a:ext cx="8897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a </a:t>
            </a: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digital ordering and checkout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experience.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0863072" y="2624328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454" y="2752710"/>
            <a:ext cx="237012" cy="2370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339242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520440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3520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554480" y="3392424"/>
            <a:ext cx="8897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require </a:t>
            </a: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preparation and delivery status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10863072" y="3520440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454" y="3648822"/>
            <a:ext cx="237012" cy="2370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428853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416552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4416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554480" y="4288536"/>
            <a:ext cx="8897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vendors need a </a:t>
            </a: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way to receive and view orders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10863072" y="4416552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454" y="4544934"/>
            <a:ext cx="237012" cy="2370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48640" y="518464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312664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77240" y="5312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554480" y="5184648"/>
            <a:ext cx="8897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information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(rider, ETA, contact) must be available throughout the order lifecycle.</a:t>
            </a:r>
            <a:endParaRPr lang="en-US" sz="1900" dirty="0"/>
          </a:p>
        </p:txBody>
      </p:sp>
      <p:sp>
        <p:nvSpPr>
          <p:cNvPr id="32" name="Shape 26"/>
          <p:cNvSpPr/>
          <p:nvPr/>
        </p:nvSpPr>
        <p:spPr>
          <a:xfrm>
            <a:off x="10863072" y="5312664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454" y="5441046"/>
            <a:ext cx="237012" cy="23701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BhojanGo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frontend application that simulates a complete food-ordering flow connecting customers, stalls, and riders.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23160" cy="26517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3020" y="269748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" y="29352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Stalls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480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available vendors and menus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812" y="3547872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38144" y="2377440"/>
            <a:ext cx="2423160" cy="26517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92524" y="269748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68" y="293522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21024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621024" y="4069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Food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666744" y="4480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dishes and customizations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547872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27648" y="2377440"/>
            <a:ext cx="2423160" cy="26517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082028" y="269748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2" y="293522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10528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510528" y="4069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6556248" y="4480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order and confirm details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0" y="3547872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217152" y="2377440"/>
            <a:ext cx="2423160" cy="26517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971532" y="269748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276" y="293522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400032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9400032" y="4069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200" dirty="0"/>
          </a:p>
        </p:txBody>
      </p:sp>
      <p:sp>
        <p:nvSpPr>
          <p:cNvPr id="31" name="Text 22"/>
          <p:cNvSpPr txBox="1"/>
          <p:nvPr/>
        </p:nvSpPr>
        <p:spPr>
          <a:xfrm>
            <a:off x="9445752" y="4480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delivers order to customer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822960" y="5394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2377440" y="5394960"/>
            <a:ext cx="8988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demonstrates end-to-end order flow entirely in-browser (simulated payment &amp; delivery).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34440"/>
            <a:ext cx="4206240" cy="42062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965960"/>
            <a:ext cx="2743200" cy="27432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34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 |   Food Discovery   |   Cart &amp; Payment   |   Order Tracking   |   Authentication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0E30F-A17E-C8A7-8A01-D2ED039D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66BA6-ECB9-AA25-F96D-8E508F8AA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6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 in (demo)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OTP demo authentication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selection (map picker)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stalls &amp; dishes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/ Non-veg filtering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Payment (simulated)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7667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783080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 Module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51460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signup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login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restaurant details &amp; address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63640" y="3703320"/>
            <a:ext cx="537667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0745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23760" y="3931920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Functionality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4663440"/>
            <a:ext cx="4736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assignment (simulated)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information (name, contact)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display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Call/message links (frontend)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Discovery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2880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food stalls indexed by name and cuisine. Stall-based menus for easy browsing.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7304" y="15544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1624" y="1828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45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4584" y="182880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11624" y="25603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5600" dirty="0"/>
          </a:p>
        </p:txBody>
      </p:sp>
      <p:sp>
        <p:nvSpPr>
          <p:cNvPr id="15" name="Text 11"/>
          <p:cNvSpPr txBox="1"/>
          <p:nvPr/>
        </p:nvSpPr>
        <p:spPr>
          <a:xfrm>
            <a:off x="4611624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dishes with images, descriptions, and price information.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5968" y="15544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0288" y="1828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709" y="1995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23248" y="182880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00288" y="25603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/ Non-veg</a:t>
            </a:r>
            <a:endParaRPr lang="en-US" sz="3200" dirty="0"/>
          </a:p>
        </p:txBody>
      </p:sp>
      <p:sp>
        <p:nvSpPr>
          <p:cNvPr id="21" name="Text 16"/>
          <p:cNvSpPr txBox="1"/>
          <p:nvPr/>
        </p:nvSpPr>
        <p:spPr>
          <a:xfrm>
            <a:off x="8400288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/ Non-veg toggles and simple search for quick filtering.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C53B4-AE8E-E0DA-C9F1-8EA2448B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A52FC6-6A30-E19C-084E-80364B13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1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 &amp; Payment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28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item → Add to cart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26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cart → Update quantities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Confirm address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120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→ Simulated options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50876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PAYMENT OPTIONS (SIMULATED)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828800"/>
            <a:ext cx="27111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084832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454" y="2239366"/>
            <a:ext cx="285293" cy="285293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17920" y="2743200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3127248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(frontend simulation)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29116" y="1828800"/>
            <a:ext cx="27111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203436" y="2084832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2239366"/>
            <a:ext cx="285293" cy="28529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203436" y="2743200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5943600" y="3749040"/>
            <a:ext cx="5696712" cy="822960"/>
          </a:xfrm>
          <a:prstGeom prst="roundRect">
            <a:avLst>
              <a:gd name="adj" fmla="val 8889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217920" y="3749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772400" y="374904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 in the browser — no real payment processing.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60220" y="2011680"/>
            <a:ext cx="8668512" cy="0"/>
          </a:xfrm>
          <a:prstGeom prst="line">
            <a:avLst/>
          </a:prstGeom>
          <a:noFill/>
          <a:ln w="38100">
            <a:solidFill>
              <a:srgbClr val="0FA3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1554480"/>
            <a:ext cx="914400" cy="914400"/>
          </a:xfrm>
          <a:prstGeom prst="ellipse">
            <a:avLst/>
          </a:prstGeom>
          <a:solidFill>
            <a:srgbClr val="0B1F3A"/>
          </a:solidFill>
          <a:ln w="50800">
            <a:solidFill>
              <a:srgbClr val="F4F7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1828800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4320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92608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926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74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confirmed; kitchen ticket generated.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92524" y="1554480"/>
            <a:ext cx="914400" cy="914400"/>
          </a:xfrm>
          <a:prstGeom prst="ellipse">
            <a:avLst/>
          </a:prstGeom>
          <a:solidFill>
            <a:srgbClr val="0B1F3A"/>
          </a:solidFill>
          <a:ln w="50800">
            <a:solidFill>
              <a:srgbClr val="F4F7F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1828800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38144" y="274320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21024" y="292608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21024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123944" y="2926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3666744" y="3474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Kitchen-ticket status shows items being prepared.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082028" y="1554480"/>
            <a:ext cx="914400" cy="914400"/>
          </a:xfrm>
          <a:prstGeom prst="ellipse">
            <a:avLst/>
          </a:prstGeom>
          <a:solidFill>
            <a:srgbClr val="0B1F3A"/>
          </a:solidFill>
          <a:ln w="50800">
            <a:solidFill>
              <a:srgbClr val="F4F7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828800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27648" y="274320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0528" y="292608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5105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013448" y="2926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 Delivery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6556248" y="3474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assigned with ETA and contact details.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9971532" y="1554480"/>
            <a:ext cx="914400" cy="914400"/>
          </a:xfrm>
          <a:prstGeom prst="ellipse">
            <a:avLst/>
          </a:prstGeom>
          <a:solidFill>
            <a:srgbClr val="0FA3B1"/>
          </a:solidFill>
          <a:ln w="50800">
            <a:solidFill>
              <a:srgbClr val="F4F7F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564" y="1828800"/>
            <a:ext cx="402336" cy="40233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217152" y="274320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400032" y="292608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40003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902952" y="2926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9445752" y="3474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completed; delivery timestamp recorded.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Address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58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9928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525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0992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Flow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46888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Phone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84378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301752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301752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OTP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39242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356616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356616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selection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94106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4400" y="411480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411480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session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70916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address picker (requires internet)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in Local Storage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254496" y="1508760"/>
            <a:ext cx="53858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528816" y="1709928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1852574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214616" y="170992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 Flow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6620256" y="246888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803136" y="246888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6620256" y="284378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620256" y="301752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803136" y="301752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restaurant details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620256" y="339242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620256" y="356616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03136" y="356616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6620256" y="3941064"/>
            <a:ext cx="4654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620256" y="4114800"/>
            <a:ext cx="4654296" cy="384048"/>
          </a:xfrm>
          <a:prstGeom prst="roundRect">
            <a:avLst>
              <a:gd name="adj" fmla="val 14286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803136" y="411480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6620256" y="470916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accounts kept in Local Storage (demo)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34440"/>
            <a:ext cx="4206240" cy="42062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965960"/>
            <a:ext cx="2743200" cy="27432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34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 |   CSS   |   JavaScript   |   Local Storage   |  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19650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10512"/>
            <a:ext cx="2234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structure and semantic markup.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7304" y="15544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1624" y="1810512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58" y="196504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8864" y="1810512"/>
            <a:ext cx="2234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60604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using CSS Grid and Flexbox for responsive UI layout.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5968" y="15544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1810512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2" y="19650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77528" y="1810512"/>
            <a:ext cx="2234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0288" y="260604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logic: authentication (demo), navigation, cart, checkout, order tracking.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7269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33672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4" y="438820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233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8348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persistence for: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22960" y="5394960"/>
            <a:ext cx="2118360" cy="548640"/>
          </a:xfrm>
          <a:prstGeom prst="roundRect">
            <a:avLst>
              <a:gd name="adj" fmla="val 10000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39496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124200" y="5394960"/>
            <a:ext cx="2118360" cy="548640"/>
          </a:xfrm>
          <a:prstGeom prst="roundRect">
            <a:avLst>
              <a:gd name="adj" fmla="val 10000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215640" y="539496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accounts &amp; sessions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25440" y="5394960"/>
            <a:ext cx="2118360" cy="548640"/>
          </a:xfrm>
          <a:prstGeom prst="roundRect">
            <a:avLst>
              <a:gd name="adj" fmla="val 10000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516880" y="539496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order state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34440"/>
            <a:ext cx="4206240" cy="42062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965960"/>
            <a:ext cx="2743200" cy="2743200"/>
          </a:xfrm>
          <a:prstGeom prst="ellipse">
            <a:avLst/>
          </a:prstGeom>
          <a:solidFill>
            <a:srgbClr val="13305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34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&amp; Future Scope   |   Key Takeaways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5816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(Implemented)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15184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5146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Food-stall discovery (9 stalls, 122 dishes)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7238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9718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pages with images and filters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958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34290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simulated payment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8678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0160" y="38862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authentication (demo) &amp; address picker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43984"/>
            <a:ext cx="201168" cy="20116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0160" y="43434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tracking, rider assignment (simulated)</a:t>
            </a:r>
            <a:endParaRPr lang="en-US" sz="15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01184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80160" y="48006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 signup/login and details</a:t>
            </a:r>
            <a:endParaRPr lang="en-US" sz="1500" dirty="0"/>
          </a:p>
        </p:txBody>
      </p:sp>
      <p:sp>
        <p:nvSpPr>
          <p:cNvPr id="20" name="Shape 11"/>
          <p:cNvSpPr/>
          <p:nvPr/>
        </p:nvSpPr>
        <p:spPr>
          <a:xfrm>
            <a:off x="6254496" y="1508760"/>
            <a:ext cx="5385816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528816" y="173736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462" y="1880006"/>
            <a:ext cx="263347" cy="26334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214616" y="1737360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615184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986016" y="25146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integration for persistent data</a:t>
            </a:r>
            <a:endParaRPr lang="en-US" sz="15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072384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86016" y="29718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 &amp; OTP service</a:t>
            </a:r>
            <a:endParaRPr lang="en-US" sz="15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529584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986016" y="34290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integration</a:t>
            </a:r>
            <a:endParaRPr lang="en-US" sz="15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986784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986016" y="38862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rider tracking &amp; push notifications</a:t>
            </a:r>
            <a:endParaRPr lang="en-US" sz="15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443984"/>
            <a:ext cx="201168" cy="201168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986016" y="43434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order-management backend and reporting</a:t>
            </a:r>
            <a:endParaRPr lang="en-US" sz="15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901184"/>
            <a:ext cx="201168" cy="201168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986016" y="480060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 dashboard</a:t>
            </a:r>
            <a:endParaRPr lang="en-US" sz="1500" dirty="0"/>
          </a:p>
        </p:txBody>
      </p:sp>
      <p:sp>
        <p:nvSpPr>
          <p:cNvPr id="36" name="Shape 20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D9F2F4"/>
          </a:solidFill>
          <a:ln w="12700">
            <a:solidFill>
              <a:srgbClr val="D9F2F4"/>
            </a:solidFill>
            <a:prstDash val="solid"/>
          </a:ln>
        </p:spPr>
      </p:sp>
      <p:sp>
        <p:nvSpPr>
          <p:cNvPr id="37" name="Text 21"/>
          <p:cNvSpPr txBox="1"/>
          <p:nvPr/>
        </p:nvSpPr>
        <p:spPr>
          <a:xfrm>
            <a:off x="822960" y="5532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38" name="Text 22"/>
          <p:cNvSpPr txBox="1"/>
          <p:nvPr/>
        </p:nvSpPr>
        <p:spPr>
          <a:xfrm>
            <a:off x="2377440" y="5532120"/>
            <a:ext cx="8988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features are implemented; future scope lists realistic, planned enhancements.</a:t>
            </a:r>
            <a:endParaRPr lang="en-US" sz="1500" dirty="0"/>
          </a:p>
        </p:txBody>
      </p:sp>
      <p:sp>
        <p:nvSpPr>
          <p:cNvPr id="39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 |  Online Food Delivery System</a:t>
            </a:r>
            <a:endParaRPr lang="en-US" sz="1000" dirty="0"/>
          </a:p>
        </p:txBody>
      </p:sp>
      <p:sp>
        <p:nvSpPr>
          <p:cNvPr id="40" name="Text 2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28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00200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 simulates a complete food-ordering flow in the browser, connecting customers, stalls, and riders.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24328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496312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discovery covers 9 stalls and 122 dishes, with Veg / Non-veg filters and simple search.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20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392424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and simulated payment (QR code or Cash on Delivery) complete the ordering journey.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16552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16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288536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moves through Placed, Preparing, Out for Delivery, and Delivered, with rider details and ETA.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12664"/>
            <a:ext cx="493776" cy="49377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12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184648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backend and database, real authentication and payments, GPS tracking, and an admin dashboard.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9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868680"/>
            <a:ext cx="5120640" cy="512064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508760"/>
            <a:ext cx="3840480" cy="3840480"/>
          </a:xfrm>
          <a:prstGeom prst="ellipse">
            <a:avLst/>
          </a:prstGeom>
          <a:solidFill>
            <a:srgbClr val="0B1F3A">
              <a:alpha val="0"/>
            </a:srgbClr>
          </a:solidFill>
          <a:ln w="15875">
            <a:solidFill>
              <a:srgbClr val="13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514600"/>
            <a:ext cx="1828800" cy="1828800"/>
          </a:xfrm>
          <a:prstGeom prst="ellipse">
            <a:avLst/>
          </a:prstGeom>
          <a:solidFill>
            <a:srgbClr val="0FA3B1"/>
          </a:solidFill>
          <a:ln w="381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3136392"/>
            <a:ext cx="585216" cy="5852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BHOJANGO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F9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food, straight to your door.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913</Words>
  <Application>Microsoft Office PowerPoint</Application>
  <PresentationFormat>Widescreen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BhojanGo — Online Food Delivery System</dc:title>
  <dc:subject>PptxGenJS Presentation</dc:subject>
  <dc:creator>PptxGenJS</dc:creator>
  <cp:lastModifiedBy>Charan Sainadh</cp:lastModifiedBy>
  <cp:revision>3</cp:revision>
  <dcterms:created xsi:type="dcterms:W3CDTF">2026-09-24T13:07:16Z</dcterms:created>
  <dcterms:modified xsi:type="dcterms:W3CDTF">2026-10-03T04:08:59Z</dcterms:modified>
</cp:coreProperties>
</file>